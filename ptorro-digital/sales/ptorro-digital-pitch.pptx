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letting the slide speak for a beat. Then: 'That's not a hypothetical. That's happening to businesses like yours every single day. I'm here to stop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brief and personal. Replace the photo box with your actual headshot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down. Point to Hibu: '$1,500 a month. Every month. By year one — up to $28,000. And when you cancel? The site disappears. You own nothing.'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invisible math. 'That's money walking out your door every month — and you'd never know because they never even called.'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'Imagine your phone buzzing the moment someone fills out a form. You call them back in 60 seconds. They haven't put their phone down yet. That's yours.'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quickly. 'All of that — every single one — is included.'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each row land. Then: 'None of them walk in with YOUR site already built.'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MOMENT. Stop talking. Let them read. Then: 'Can I show it to you?' Close the deck, turn the laptop around. Let them see their real name, logo, services. The silence is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PIVOT: Place the pricing PDF on the table. Let them read. Then: 'Any questions about what's included?'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Confident, not pushy. 'Here's all I need from you today: 10 minutes to go through the site together. We finalize tonight. Live by end of the week. No contract.' Stop talking. Let them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125C5C">
              <a:alpha val="30000"/>
            </a:srgbClr>
          </a:solidFill>
          <a:ln w="12700">
            <a:solidFill>
              <a:srgbClr val="125C5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645920" y="3200400"/>
            <a:ext cx="3657600" cy="3657600"/>
          </a:xfrm>
          <a:prstGeom prst="ellipse">
            <a:avLst/>
          </a:prstGeom>
          <a:solidFill>
            <a:srgbClr val="125C5C">
              <a:alpha val="25000"/>
            </a:srgbClr>
          </a:solidFill>
          <a:ln w="12700">
            <a:solidFill>
              <a:srgbClr val="125C5C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PTORRO DIGITAL  ·  LOCAL WEBSITES. REAL RESULTS.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you read this,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Googled you,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nothing,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called your competitor.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8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 that. Today.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3F3F"/>
          </a:solidFill>
          <a:ln w="12700">
            <a:solidFill>
              <a:srgbClr val="0A3F3F"/>
            </a:solidFill>
            <a:prstDash val="solid"/>
          </a:ln>
        </p:spPr>
        <p:txBody>
          <a:bodyPr/>
          <a:p/>
        </p:txBody>
      </p:sp>
      <p:pic>
        <p:nvPicPr>
          <p:cNvPr id="24" name="Picture 23" descr="laign_headshot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0" y="430000"/>
            <a:ext cx="2743200" cy="27432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228600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Laign Michael Orros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PTorro Holdings LLC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3611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0050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9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"Small businesses deserve the same tools the big guys use."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66160" y="3474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Story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566160" y="1152144"/>
            <a:ext cx="329184" cy="329184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05072" y="1115568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tech company from scratch — no coding background, no investors, no roadmap.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66160" y="1865376"/>
            <a:ext cx="329184" cy="329184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6616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05072" y="182880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big agencies charge neighbors $10,000 for a website that took 6 months and still didn't rank on Google.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66160" y="2578608"/>
            <a:ext cx="329184" cy="329184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6616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05072" y="2542032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tools to build my own business software. What I couldn't find, I built.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66160" y="3291840"/>
            <a:ext cx="329184" cy="329184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05072" y="3255264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PTorro Digital: professional websites, in a week, for less than the cost of one job.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66160" y="4315968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EAF4F4"/>
          </a:solidFill>
          <a:ln w="19050">
            <a:solidFill>
              <a:srgbClr val="9D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66160" y="431596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what it's like to hustle. That's why I built this differently.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sell you confusion,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charge you for clarity.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02920" y="1755648"/>
            <a:ext cx="2633472" cy="2633472"/>
          </a:xfrm>
          <a:prstGeom prst="roundRect">
            <a:avLst>
              <a:gd name="adj" fmla="val 3472"/>
            </a:avLst>
          </a:prstGeom>
          <a:solidFill>
            <a:srgbClr val="1A2E2E"/>
          </a:solidFill>
          <a:ln w="12700">
            <a:solidFill>
              <a:srgbClr val="2A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1865376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Agency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223113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$4,000 – $35,000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" y="2779776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waiting.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contracts.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Cookie-cutter templates.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87268" y="1755648"/>
            <a:ext cx="2633472" cy="2633472"/>
          </a:xfrm>
          <a:prstGeom prst="roundRect">
            <a:avLst>
              <a:gd name="adj" fmla="val 3472"/>
            </a:avLst>
          </a:prstGeom>
          <a:solidFill>
            <a:srgbClr val="1A2020"/>
          </a:solidFill>
          <a:ln w="12700">
            <a:solidFill>
              <a:srgbClr val="3A2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87268" y="1865376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87268" y="223113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$1,100 – $1,500/mo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87268" y="273405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($18K–$28K in year one)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87268" y="3072384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own the site.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and it disappears.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1755648"/>
            <a:ext cx="2633472" cy="2633472"/>
          </a:xfrm>
          <a:prstGeom prst="roundRect">
            <a:avLst>
              <a:gd name="adj" fmla="val 3472"/>
            </a:avLst>
          </a:prstGeom>
          <a:solidFill>
            <a:srgbClr val="1A2E2E"/>
          </a:solidFill>
          <a:ln w="12700">
            <a:solidFill>
              <a:srgbClr val="2A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71616" y="1865376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71616" y="223113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 – $8,000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71616" y="2779776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your time.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reach.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results.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know your business. They use the same template as everyone else.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Killer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businesses with a website are losing money if they're invisible or slow to respond.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5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1444752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12648" y="219456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Google you first — even after a referral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BrightLocal 2023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19272" y="1353312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5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92424" y="1444752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shop at a business with no website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Verisign 2023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35624" y="1353312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5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08776" y="1444752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245352" y="219456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revenue growth for businesses with websites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45352" y="2852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Google/Deloitte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8138160" cy="1554480"/>
          </a:xfrm>
          <a:prstGeom prst="roundRect">
            <a:avLst>
              <a:gd name="adj" fmla="val 5882"/>
            </a:avLst>
          </a:prstGeom>
          <a:solidFill>
            <a:srgbClr val="0A3F3F"/>
          </a:solidFill>
          <a:ln w="12700">
            <a:solidFill>
              <a:srgbClr val="0A3F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9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MATH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plumber gets 10 referrals/month.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8953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Google him, find nothing, and call someone else.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4187952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3 lost jobs x $500 avg =  $1,500/month gone before anyone picks up the phone.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you were first?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they find. First they call. First to win the job.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125C5C">
              <a:alpha val="70000"/>
            </a:srgbClr>
          </a:solidFill>
          <a:ln w="12700">
            <a:solidFill>
              <a:srgbClr val="1E707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27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 does the work: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84832"/>
            <a:ext cx="256032" cy="256032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0482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site that loads fast — looks great on mobile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79192"/>
            <a:ext cx="256032" cy="256032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2642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on Google from day 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273552"/>
            <a:ext cx="256032" cy="256032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236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emails you the moment someone submits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867912"/>
            <a:ext cx="256032" cy="256032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38313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back while they're still on their phone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481328"/>
            <a:ext cx="3977640" cy="1481328"/>
          </a:xfrm>
          <a:prstGeom prst="roundRect">
            <a:avLst>
              <a:gd name="adj" fmla="val 6173"/>
            </a:avLst>
          </a:prstGeom>
          <a:solidFill>
            <a:srgbClr val="1A3A3A"/>
          </a:solidFill>
          <a:ln w="12700">
            <a:solidFill>
              <a:srgbClr val="2A55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19472" y="1572768"/>
            <a:ext cx="1874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58000" y="16276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conversions when you call within 1 minute of a form submission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28346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5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Velocify, 3.5M leads analyzed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46320" y="3090672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1A3A3A"/>
          </a:solidFill>
          <a:ln w="12700">
            <a:solidFill>
              <a:srgbClr val="2A55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19472" y="318211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601968" y="3236976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jobs go to whoever responds FIRST — not cheapest, not most reviewed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19472" y="4315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5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CallRail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47548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because you're better. Because you were THERE.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3F3F"/>
          </a:solidFill>
          <a:ln w="12700">
            <a:solidFill>
              <a:srgbClr val="0A3F3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Get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89320" y="2011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you. Live in under a week.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289304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170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Professional Website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Services, Gallery, Contact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73168" y="1289304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65776" y="1170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65776" y="144475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web traffic is mobile — built for that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11096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179222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Click-to-Call Button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206654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fold — one tap gets you a 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3168" y="1911096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65776" y="179222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Form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65776" y="206654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email alert the moment someone submits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532888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241401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Foundation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268833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can find you from day 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73168" y="2532888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65776" y="241401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&amp; Your Content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65776" y="268833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business, your work, your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154680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0358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Under a Week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33101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3 months. Not 6 months. Days.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73168" y="3154680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65776" y="30358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Free Updates / Month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65776" y="33101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hours, add services, update photos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776472"/>
            <a:ext cx="201168" cy="201168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65760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Contract. No Lock-In.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is yours. Forever.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4626864"/>
            <a:ext cx="8458200" cy="384048"/>
          </a:xfrm>
          <a:prstGeom prst="roundRect">
            <a:avLst>
              <a:gd name="adj" fmla="val 11905"/>
            </a:avLst>
          </a:prstGeom>
          <a:solidFill>
            <a:srgbClr val="EAF4F4"/>
          </a:solidFill>
          <a:ln w="19050">
            <a:solidFill>
              <a:srgbClr val="9DCCC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11480" y="4626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agency overhead. No six-month timelines. No surprises.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what the other guys charge.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420624"/>
          </a:xfrm>
          <a:prstGeom prst="rect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069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069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CHARGE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23560" y="1069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GET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26464"/>
            <a:ext cx="8321040" cy="749808"/>
          </a:xfrm>
          <a:prstGeom prst="rect">
            <a:avLst/>
          </a:prstGeom>
          <a:solidFill>
            <a:srgbClr val="161E1E"/>
          </a:solidFill>
          <a:ln w="6350">
            <a:solidFill>
              <a:srgbClr val="1E303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" y="1499616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Agency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44368" y="149961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$4,000 – $35,000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41848" y="1499616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waiting. Lock-in contracts.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8321040" cy="749808"/>
          </a:xfrm>
          <a:prstGeom prst="rect">
            <a:avLst/>
          </a:prstGeom>
          <a:solidFill>
            <a:srgbClr val="2A1818"/>
          </a:solidFill>
          <a:ln w="6350">
            <a:solidFill>
              <a:srgbClr val="1E303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" y="2249424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2249424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$1,100 – $1,500/mo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($18K+ in year one)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41848" y="2249424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fees. You don't own the site. Cancel = gone.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26080"/>
            <a:ext cx="8321040" cy="749808"/>
          </a:xfrm>
          <a:prstGeom prst="rect">
            <a:avLst/>
          </a:prstGeom>
          <a:solidFill>
            <a:srgbClr val="161E1E"/>
          </a:solidFill>
          <a:ln w="6350">
            <a:solidFill>
              <a:srgbClr val="1E303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" y="2999232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999232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 – $8,000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41848" y="29992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your time. Inconsistent. Hard to reach.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675888"/>
            <a:ext cx="8321040" cy="749808"/>
          </a:xfrm>
          <a:prstGeom prst="rect">
            <a:avLst/>
          </a:prstGeom>
          <a:solidFill>
            <a:srgbClr val="111818"/>
          </a:solidFill>
          <a:ln w="6350">
            <a:solidFill>
              <a:srgbClr val="1E303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1208" y="374904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/ GoDaddy DIY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44368" y="374904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 – $600/yr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41848" y="3749040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ALL the work. Bad SEO. No support.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645152"/>
            <a:ext cx="8321040" cy="402336"/>
          </a:xfrm>
          <a:prstGeom prst="roundRect">
            <a:avLst>
              <a:gd name="adj" fmla="val 13636"/>
            </a:avLst>
          </a:prstGeom>
          <a:solidFill>
            <a:srgbClr val="1A2B2B"/>
          </a:solidFill>
          <a:ln w="12700">
            <a:solidFill>
              <a:srgbClr val="2A444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4645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none of them walk in with your site already built.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125C5C">
              <a:alpha val="15000"/>
            </a:srgbClr>
          </a:solidFill>
          <a:ln w="12700">
            <a:solidFill>
              <a:srgbClr val="125C5C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already built yours.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1097280" y="27889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your business looks like online 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done, ready to launch, today.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566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I show it to you?"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3F3F"/>
          </a:solidFill>
          <a:ln w="12700">
            <a:solidFill>
              <a:srgbClr val="0A3F3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411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29844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than the cost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E89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one job.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2304288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plumber's average call is $800.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 pays for itself the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your phone rings from it.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" y="340156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site. Forever.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PTorro Digital  |  laign@ptorro.com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60520" y="41148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site. Your leads. Your business.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160520" y="1115568"/>
            <a:ext cx="219456" cy="2194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98848" y="1097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5-page website built for your business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1664208"/>
            <a:ext cx="219456" cy="2194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98848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fast-loading, Google-ready from day 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2212848"/>
            <a:ext cx="219456" cy="2194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98848" y="2194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with instant alerts to your phone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2761488"/>
            <a:ext cx="219456" cy="2194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98848" y="2743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under a week — not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3310128"/>
            <a:ext cx="219456" cy="2194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98848" y="3291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support from someone who knows your market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3858768"/>
            <a:ext cx="219456" cy="2194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98848" y="3840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agency overhead. No middlemen. No surprises.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443484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0A3F3F"/>
          </a:solidFill>
          <a:ln w="12700">
            <a:solidFill>
              <a:srgbClr val="2A555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60520" y="4434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pricing. No hidden fees. Ask me anything.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launch yours today.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One week. Done.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38912" y="1572768"/>
            <a:ext cx="2560320" cy="2359152"/>
          </a:xfrm>
          <a:prstGeom prst="roundRect">
            <a:avLst>
              <a:gd name="adj" fmla="val 3876"/>
            </a:avLst>
          </a:prstGeom>
          <a:solidFill>
            <a:srgbClr val="0E4040"/>
          </a:solidFill>
          <a:ln w="12700">
            <a:solidFill>
              <a:srgbClr val="1A6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07592" y="1737360"/>
            <a:ext cx="822960" cy="822960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07592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76072" y="2697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the site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about 10 minutes.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to adjust.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9544" y="1572768"/>
            <a:ext cx="2560320" cy="2359152"/>
          </a:xfrm>
          <a:prstGeom prst="roundRect">
            <a:avLst>
              <a:gd name="adj" fmla="val 3876"/>
            </a:avLst>
          </a:prstGeom>
          <a:solidFill>
            <a:srgbClr val="0E4040"/>
          </a:solidFill>
          <a:ln w="12700">
            <a:solidFill>
              <a:srgbClr val="1A6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078224" y="1737360"/>
            <a:ext cx="822960" cy="822960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07822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46704" y="2697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finalize tonight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46704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logo, your exact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— done.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0176" y="1572768"/>
            <a:ext cx="2560320" cy="2359152"/>
          </a:xfrm>
          <a:prstGeom prst="roundRect">
            <a:avLst>
              <a:gd name="adj" fmla="val 3876"/>
            </a:avLst>
          </a:prstGeom>
          <a:solidFill>
            <a:srgbClr val="0E4040"/>
          </a:solidFill>
          <a:ln w="12700">
            <a:solidFill>
              <a:srgbClr val="1A6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48856" y="1737360"/>
            <a:ext cx="822960" cy="822960"/>
          </a:xfrm>
          <a:prstGeom prst="ellipse">
            <a:avLst/>
          </a:prstGeom>
          <a:solidFill>
            <a:srgbClr val="0F6B6B"/>
          </a:solidFill>
          <a:ln w="12700">
            <a:solidFill>
              <a:srgbClr val="0F6B6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48856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17336" y="2697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by end of week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17336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domain, your site,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071212"/>
          </a:solidFill>
          <a:ln w="12700">
            <a:solidFill>
              <a:srgbClr val="07121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4315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PTorro Digital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4681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 Websites for Local Businesses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4315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9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laign@ptorro.com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4681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ptorro.com  |  Austin, TX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PTorro Digital — Sales Pitch</dc:title>
  <dc:subject>PptxGenJS Presentation</dc:subject>
  <dc:creator>PTorro Digital</dc:creator>
  <cp:lastModifiedBy>PTorro Digital</cp:lastModifiedBy>
  <cp:revision>1</cp:revision>
  <dcterms:created xsi:type="dcterms:W3CDTF">2026-06-27T16:05:31Z</dcterms:created>
  <dcterms:modified xsi:type="dcterms:W3CDTF">2026-06-27T16:05:31Z</dcterms:modified>
</cp:coreProperties>
</file>